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6" autoAdjust="0"/>
    <p:restoredTop sz="94660"/>
  </p:normalViewPr>
  <p:slideViewPr>
    <p:cSldViewPr snapToGrid="0">
      <p:cViewPr varScale="1">
        <p:scale>
          <a:sx n="41" d="100"/>
          <a:sy n="41" d="100"/>
        </p:scale>
        <p:origin x="4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Trang_tính1!$B$1</c:f>
              <c:strCache>
                <c:ptCount val="1"/>
                <c:pt idx="0">
                  <c:v>TỶ LỆ GIAO HÀNG THÀNH CÔNG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Trang_tính1!$A$2:$A$5</c:f>
              <c:strCache>
                <c:ptCount val="4"/>
                <c:pt idx="0">
                  <c:v>NV01</c:v>
                </c:pt>
                <c:pt idx="1">
                  <c:v>NV02</c:v>
                </c:pt>
                <c:pt idx="2">
                  <c:v>NV03</c:v>
                </c:pt>
                <c:pt idx="3">
                  <c:v>NV04</c:v>
                </c:pt>
              </c:strCache>
            </c:strRef>
          </c:cat>
          <c:val>
            <c:numRef>
              <c:f>Trang_tính1!$B$2:$B$5</c:f>
              <c:numCache>
                <c:formatCode>0%</c:formatCode>
                <c:ptCount val="4"/>
                <c:pt idx="0">
                  <c:v>0.95</c:v>
                </c:pt>
                <c:pt idx="1">
                  <c:v>0.88</c:v>
                </c:pt>
                <c:pt idx="2">
                  <c:v>0.97</c:v>
                </c:pt>
                <c:pt idx="3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A6-4DE1-AFDF-B6554B1BCC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vi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8C41C33-0674-3276-0C13-300F720FB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8F9B5DA-C725-B1C8-80DD-E4A85FC37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6616913-5D31-A16A-BDBD-7A06BF99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E9F3-A83F-46C5-8EFF-07E8E1F5DBB7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E1E8150-CB97-0F87-D632-563B7A774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55CE9AC-7E14-FBC0-E9AA-922E9FEE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124-966E-4F5E-A55E-B12C6368FA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0320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9D80492-8A3D-FE60-2018-15BE27D0F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DB9845B-23B8-6DB3-2029-C6DAB64720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73A2F454-774C-D9BF-A111-F0ED59817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E9F3-A83F-46C5-8EFF-07E8E1F5DBB7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4E4FF6D-B117-2971-70DE-4CC495630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B5764D8-D9FF-D945-0422-436DF1234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124-966E-4F5E-A55E-B12C6368FA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459232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C00EF3F-BFAD-4BA9-E317-B056226C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6447458C-9C64-F345-4203-FD18F1D52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AC14FDA-6EDF-FAEA-8C91-38BD1FBC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E9F3-A83F-46C5-8EFF-07E8E1F5DBB7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16501C7-3E90-0CF5-9972-2F5E635D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46B3C5F1-0CC9-DAFB-6040-DF173992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124-966E-4F5E-A55E-B12C6368FA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2706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9D15851-2CD6-CA70-E61B-04CACFDDA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4D22A499-D7FB-9F14-2BDC-79425D03F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596908F0-30FC-C323-E253-A0327B566C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B3773133-6CF7-4DBF-E47F-90EB143C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E9F3-A83F-46C5-8EFF-07E8E1F5DBB7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255DF86-D9A1-3EC0-61C8-02D731F9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845F2933-4964-7762-50C2-E65757ED5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124-966E-4F5E-A55E-B12C6368FA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12963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B08978F-E1FA-CC07-C242-F222DF785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3F7EF390-BCBE-4FEC-65A8-07C51319C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69D637ED-4DE4-3A30-15B5-B8E9D231C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ED3365FD-A030-6407-1B4B-54C0480397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6B4CACA2-F67A-6138-F5F5-B6A201AC9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2F21F4DB-6423-6CA9-B960-13CAA1CF5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E9F3-A83F-46C5-8EFF-07E8E1F5DBB7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71D48C05-BACE-CCEC-E590-5BEAA253B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7DE82CE4-ACB2-C0C3-CA23-E58FE1FB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124-966E-4F5E-A55E-B12C6368FA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0742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B39E37-80CF-F6F4-E49F-8D06FE1B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761BC116-D5AA-F4B4-021A-6F86338C1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E9F3-A83F-46C5-8EFF-07E8E1F5DBB7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1C1819A0-2334-799C-65FA-F21CE8AE1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008A544A-5E62-29E9-3E98-A730D9084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124-966E-4F5E-A55E-B12C6368FA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8106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A43CD467-97A8-26F9-4D83-AE5C45D4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E9F3-A83F-46C5-8EFF-07E8E1F5DBB7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D7B9A9B8-F784-2DFC-BDEA-546495768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E2B253C5-8BD1-6C41-43F8-F303EAEF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124-966E-4F5E-A55E-B12C6368FA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024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DD16143-9B2A-7356-9250-BD02557E0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2F3A2D66-3C84-7F0D-4485-9511F4D59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64E0D76E-3573-2A13-FB13-7DB1EB186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8AA4FECC-18F7-522E-10D4-A9A90AD23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E9F3-A83F-46C5-8EFF-07E8E1F5DBB7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9D69DB17-8661-9850-6F5A-F244B796D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771C353-7A18-AD80-6CD5-B5AE89FF1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124-966E-4F5E-A55E-B12C6368FA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51188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16F5EAB-FBBD-4DDE-F6B5-B864B95F3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F79C2AEA-F0B2-AF45-4ED8-AA04E250242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F675189-FC0C-9007-357D-9DE5C7C81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A4480C41-30D8-4F57-FD7B-91A9212B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E9F3-A83F-46C5-8EFF-07E8E1F5DBB7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2777D53-78F0-6FE0-685E-34A744801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F4D2AC8-2A91-8360-318A-83FF1A69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124-966E-4F5E-A55E-B12C6368FA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52193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ADE2A8C-CB2D-BC40-8D1F-6711528B4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F6EF5189-E7B5-160F-81DA-1B38882D4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17B1D11-2293-6E33-3B9D-4D03B415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E9F3-A83F-46C5-8EFF-07E8E1F5DBB7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1D12A5C8-E987-0441-5A6A-1C26C3824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9A8E19A-441D-877D-2AF4-027110158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124-966E-4F5E-A55E-B12C6368FA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8499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5E27BB19-E49B-1773-FD11-3F2B21BC6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F01CAA21-C008-51B5-80DB-317EF49958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9D44F9CD-E40D-CAB7-3E2B-8F09A51BE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FE9F3-A83F-46C5-8EFF-07E8E1F5DBB7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F1DC333-C281-608E-B952-F2B95C64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E3684FB-22BC-689A-1277-FA0460979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4124-966E-4F5E-A55E-B12C6368FA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3944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AB77E3C3-A04D-A536-4EE3-5247CCB4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445618F2-51AA-F5FC-C89B-85CE88E30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FDA627F-B793-F169-4699-23F4ECFE3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7FE9F3-A83F-46C5-8EFF-07E8E1F5DBB7}" type="datetimeFigureOut">
              <a:rPr lang="vi-VN" smtClean="0"/>
              <a:t>26/10/2026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B1EECC09-8B11-B7C7-C685-F0F6A94D4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614F23C5-C611-041A-A126-35BBC43F5C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94124-966E-4F5E-A55E-B12C6368FACB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5414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EB99370A-9615-3977-0EE9-CE645E8E8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3333" y="249238"/>
            <a:ext cx="9144000" cy="782637"/>
          </a:xfrm>
        </p:spPr>
        <p:txBody>
          <a:bodyPr>
            <a:normAutofit/>
          </a:bodyPr>
          <a:lstStyle/>
          <a:p>
            <a:r>
              <a:rPr lang="vi-VN" sz="3200" b="1" dirty="0">
                <a:solidFill>
                  <a:srgbClr val="002060"/>
                </a:solidFill>
              </a:rPr>
              <a:t>QUY TRÌNH NHẬN ĐƠN FASTMOVE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A667FAA9-181F-B6A1-F604-B28E2302D9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2600" y="1031875"/>
            <a:ext cx="9144000" cy="690562"/>
          </a:xfrm>
        </p:spPr>
        <p:txBody>
          <a:bodyPr/>
          <a:lstStyle/>
          <a:p>
            <a:r>
              <a:rPr lang="vi-VN" b="1" dirty="0">
                <a:solidFill>
                  <a:schemeClr val="accent2">
                    <a:lumMod val="50000"/>
                  </a:schemeClr>
                </a:solidFill>
              </a:rPr>
              <a:t>4 bước </a:t>
            </a:r>
            <a:r>
              <a:rPr lang="vi-VN" b="1" dirty="0" err="1">
                <a:solidFill>
                  <a:schemeClr val="accent2">
                    <a:lumMod val="50000"/>
                  </a:schemeClr>
                </a:solidFill>
              </a:rPr>
              <a:t>shipper</a:t>
            </a:r>
            <a:r>
              <a:rPr lang="vi-VN" b="1" dirty="0">
                <a:solidFill>
                  <a:schemeClr val="accent2">
                    <a:lumMod val="50000"/>
                  </a:schemeClr>
                </a:solidFill>
              </a:rPr>
              <a:t> cần nhớ</a:t>
            </a:r>
          </a:p>
        </p:txBody>
      </p:sp>
      <p:sp>
        <p:nvSpPr>
          <p:cNvPr id="5" name="Hình chữ nhật: Góc Tròn 4">
            <a:extLst>
              <a:ext uri="{FF2B5EF4-FFF2-40B4-BE49-F238E27FC236}">
                <a16:creationId xmlns:a16="http://schemas.microsoft.com/office/drawing/2014/main" id="{A540C164-C653-414E-B4A1-942C7B7CA61C}"/>
              </a:ext>
            </a:extLst>
          </p:cNvPr>
          <p:cNvSpPr/>
          <p:nvPr/>
        </p:nvSpPr>
        <p:spPr>
          <a:xfrm>
            <a:off x="626533" y="1938867"/>
            <a:ext cx="10896600" cy="7826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Kiểm tra đơn hàng</a:t>
            </a:r>
          </a:p>
          <a:p>
            <a:pPr algn="ctr"/>
            <a:r>
              <a:rPr lang="vi-VN" dirty="0"/>
              <a:t>Xem mã vận đơn, địa chỉ và thông tin người nhận</a:t>
            </a:r>
          </a:p>
        </p:txBody>
      </p:sp>
      <p:sp>
        <p:nvSpPr>
          <p:cNvPr id="6" name="Hình chữ nhật: Góc Tròn 5">
            <a:extLst>
              <a:ext uri="{FF2B5EF4-FFF2-40B4-BE49-F238E27FC236}">
                <a16:creationId xmlns:a16="http://schemas.microsoft.com/office/drawing/2014/main" id="{4F3428EE-9974-6E35-ED10-B9EF0717477A}"/>
              </a:ext>
            </a:extLst>
          </p:cNvPr>
          <p:cNvSpPr/>
          <p:nvPr/>
        </p:nvSpPr>
        <p:spPr>
          <a:xfrm>
            <a:off x="821267" y="2049213"/>
            <a:ext cx="872066" cy="53340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1</a:t>
            </a:r>
          </a:p>
        </p:txBody>
      </p:sp>
      <p:sp>
        <p:nvSpPr>
          <p:cNvPr id="8" name="Hình chữ nhật: Góc Tròn 7">
            <a:extLst>
              <a:ext uri="{FF2B5EF4-FFF2-40B4-BE49-F238E27FC236}">
                <a16:creationId xmlns:a16="http://schemas.microsoft.com/office/drawing/2014/main" id="{C45110C0-6E72-E7E4-F7A4-C7A2886EFA85}"/>
              </a:ext>
            </a:extLst>
          </p:cNvPr>
          <p:cNvSpPr/>
          <p:nvPr/>
        </p:nvSpPr>
        <p:spPr>
          <a:xfrm>
            <a:off x="647700" y="3037681"/>
            <a:ext cx="10896600" cy="7826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Xác nhận hàng</a:t>
            </a:r>
          </a:p>
          <a:p>
            <a:pPr algn="ctr"/>
            <a:r>
              <a:rPr lang="vi-VN" dirty="0"/>
              <a:t>Kiểm tra số lượng và tình trạng kiện hàng</a:t>
            </a:r>
          </a:p>
        </p:txBody>
      </p:sp>
      <p:sp>
        <p:nvSpPr>
          <p:cNvPr id="9" name="Hình chữ nhật: Góc Tròn 8">
            <a:extLst>
              <a:ext uri="{FF2B5EF4-FFF2-40B4-BE49-F238E27FC236}">
                <a16:creationId xmlns:a16="http://schemas.microsoft.com/office/drawing/2014/main" id="{5B6FF459-C090-BA0D-69F3-F99E540BF7CF}"/>
              </a:ext>
            </a:extLst>
          </p:cNvPr>
          <p:cNvSpPr/>
          <p:nvPr/>
        </p:nvSpPr>
        <p:spPr>
          <a:xfrm>
            <a:off x="821267" y="3200400"/>
            <a:ext cx="872066" cy="537882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2</a:t>
            </a:r>
          </a:p>
        </p:txBody>
      </p:sp>
      <p:sp>
        <p:nvSpPr>
          <p:cNvPr id="11" name="Hình chữ nhật: Góc Tròn 10">
            <a:extLst>
              <a:ext uri="{FF2B5EF4-FFF2-40B4-BE49-F238E27FC236}">
                <a16:creationId xmlns:a16="http://schemas.microsoft.com/office/drawing/2014/main" id="{82B3204A-B762-29E3-31CA-185CA8DCE740}"/>
              </a:ext>
            </a:extLst>
          </p:cNvPr>
          <p:cNvSpPr/>
          <p:nvPr/>
        </p:nvSpPr>
        <p:spPr>
          <a:xfrm>
            <a:off x="647700" y="4128246"/>
            <a:ext cx="10896600" cy="7826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Quét mã vận đơn</a:t>
            </a:r>
          </a:p>
          <a:p>
            <a:pPr algn="ctr"/>
            <a:r>
              <a:rPr lang="vi-VN" dirty="0"/>
              <a:t>Cập nhật trạng thái nhận hàng trên ứng dụng</a:t>
            </a:r>
          </a:p>
        </p:txBody>
      </p:sp>
      <p:sp>
        <p:nvSpPr>
          <p:cNvPr id="12" name="Hình chữ nhật: Góc Tròn 11">
            <a:extLst>
              <a:ext uri="{FF2B5EF4-FFF2-40B4-BE49-F238E27FC236}">
                <a16:creationId xmlns:a16="http://schemas.microsoft.com/office/drawing/2014/main" id="{8967EA1A-F5CB-88D7-118D-1A9ADA559111}"/>
              </a:ext>
            </a:extLst>
          </p:cNvPr>
          <p:cNvSpPr/>
          <p:nvPr/>
        </p:nvSpPr>
        <p:spPr>
          <a:xfrm>
            <a:off x="821267" y="4289612"/>
            <a:ext cx="872066" cy="524435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3</a:t>
            </a:r>
          </a:p>
        </p:txBody>
      </p:sp>
      <p:sp>
        <p:nvSpPr>
          <p:cNvPr id="14" name="Hình chữ nhật: Góc Tròn 13">
            <a:extLst>
              <a:ext uri="{FF2B5EF4-FFF2-40B4-BE49-F238E27FC236}">
                <a16:creationId xmlns:a16="http://schemas.microsoft.com/office/drawing/2014/main" id="{FCAE4B0A-38C8-952A-5AF2-0227548FB590}"/>
              </a:ext>
            </a:extLst>
          </p:cNvPr>
          <p:cNvSpPr/>
          <p:nvPr/>
        </p:nvSpPr>
        <p:spPr>
          <a:xfrm>
            <a:off x="626533" y="5218811"/>
            <a:ext cx="10896600" cy="7826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Sắp xếp và giao hàng</a:t>
            </a:r>
          </a:p>
          <a:p>
            <a:pPr algn="ctr"/>
            <a:r>
              <a:rPr lang="vi-VN" dirty="0"/>
              <a:t>Bảo quản kiện hàng rồi bắt đầu lộ trình giáo</a:t>
            </a:r>
          </a:p>
        </p:txBody>
      </p:sp>
      <p:sp>
        <p:nvSpPr>
          <p:cNvPr id="15" name="Hình chữ nhật: Góc Tròn 14">
            <a:extLst>
              <a:ext uri="{FF2B5EF4-FFF2-40B4-BE49-F238E27FC236}">
                <a16:creationId xmlns:a16="http://schemas.microsoft.com/office/drawing/2014/main" id="{9B870B1A-5214-61AD-C3E6-CC6A1F9B0F9E}"/>
              </a:ext>
            </a:extLst>
          </p:cNvPr>
          <p:cNvSpPr/>
          <p:nvPr/>
        </p:nvSpPr>
        <p:spPr>
          <a:xfrm>
            <a:off x="821267" y="5318988"/>
            <a:ext cx="931333" cy="50713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85103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46584E3-0F94-74D2-EACE-42D78B4D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HIỆU SUẤT GIAO HÀNG FASTMOVE</a:t>
            </a:r>
            <a:br>
              <a:rPr lang="vi-VN" dirty="0"/>
            </a:br>
            <a:r>
              <a:rPr lang="vi-VN" sz="2400" dirty="0"/>
              <a:t>Tỷ lệ giao hàng thành công theo nhân viên</a:t>
            </a:r>
            <a:br>
              <a:rPr lang="vi-VN" sz="2400" dirty="0"/>
            </a:br>
            <a:endParaRPr lang="vi-VN" sz="2400" dirty="0"/>
          </a:p>
        </p:txBody>
      </p:sp>
      <p:graphicFrame>
        <p:nvGraphicFramePr>
          <p:cNvPr id="36" name="Chỗ dành sẵn cho Nội dung 35">
            <a:extLst>
              <a:ext uri="{FF2B5EF4-FFF2-40B4-BE49-F238E27FC236}">
                <a16:creationId xmlns:a16="http://schemas.microsoft.com/office/drawing/2014/main" id="{1E93A1FF-1122-4DBE-898D-247E0136BB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21989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23234177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92</Words>
  <Application>Microsoft Office PowerPoint</Application>
  <PresentationFormat>Màn hình rộng</PresentationFormat>
  <Paragraphs>16</Paragraphs>
  <Slides>2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2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Chủ đề Office</vt:lpstr>
      <vt:lpstr>QUY TRÌNH NHẬN ĐƠN FASTMOVE</vt:lpstr>
      <vt:lpstr>HIỆU SUẤT GIAO HÀNG FASTMOVE Tỷ lệ giao hàng thành công theo nhân viên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Huệ Hồng</dc:creator>
  <cp:lastModifiedBy>Huệ Hồng</cp:lastModifiedBy>
  <cp:revision>1</cp:revision>
  <dcterms:created xsi:type="dcterms:W3CDTF">2026-10-26T15:54:18Z</dcterms:created>
  <dcterms:modified xsi:type="dcterms:W3CDTF">2026-10-26T16:17:12Z</dcterms:modified>
</cp:coreProperties>
</file>